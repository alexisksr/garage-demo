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32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C8E0">
              <a:alpha val="12000"/>
            </a:srgbClr>
          </a:solidFill>
          <a:ln w="12700">
            <a:solidFill>
              <a:srgbClr val="00C8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0C8E0">
              <a:alpha val="8000"/>
            </a:srgbClr>
          </a:solidFill>
          <a:ln w="12700">
            <a:solidFill>
              <a:srgbClr val="00C8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PRÉSENCE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LIGNE,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RÉINVENTÉE.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proposition de valeur pour le Garage Auto-Ban Fribourg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4389120"/>
            <a:ext cx="1920240" cy="6400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13232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Ludwig Käser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4736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6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Concept · Fribourg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fr-CH" sz="1300" b="1" noProof="1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fr-CH" sz="1300" noProof="1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800" b="1" kern="0" spc="300" noProof="1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fr-CH" sz="800" noProof="1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H" sz="3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SUIS-JE ?</a:t>
            </a:r>
            <a:endParaRPr lang="fr-CH" sz="3600" noProof="1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2011680" cy="2011680"/>
          </a:xfrm>
          <a:prstGeom prst="ellipse">
            <a:avLst/>
          </a:prstGeom>
          <a:solidFill>
            <a:srgbClr val="262C33"/>
          </a:solidFill>
          <a:ln w="254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8" name="Text 6"/>
          <p:cNvSpPr/>
          <p:nvPr/>
        </p:nvSpPr>
        <p:spPr>
          <a:xfrm>
            <a:off x="6583680" y="11430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H" sz="4200" b="1" noProof="1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endParaRPr lang="fr-CH" sz="4200" noProof="1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54864" cy="3200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10" name="Text 8"/>
          <p:cNvSpPr/>
          <p:nvPr/>
        </p:nvSpPr>
        <p:spPr>
          <a:xfrm>
            <a:off x="658368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Ludwig Käser</a:t>
            </a:r>
            <a:endParaRPr lang="fr-CH" sz="1300" noProof="1"/>
          </a:p>
        </p:txBody>
      </p:sp>
      <p:sp>
        <p:nvSpPr>
          <p:cNvPr id="11" name="Text 9"/>
          <p:cNvSpPr/>
          <p:nvPr/>
        </p:nvSpPr>
        <p:spPr>
          <a:xfrm>
            <a:off x="658368" y="1755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050" noProof="1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 web freelance titulaire d’un CFC d’employé de commerce en cours de Maturité pro. basé à Posieux (FR)</a:t>
            </a:r>
            <a:endParaRPr lang="fr-CH" sz="1050" noProof="1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54864" cy="3200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13" name="Text 11"/>
          <p:cNvSpPr/>
          <p:nvPr/>
        </p:nvSpPr>
        <p:spPr>
          <a:xfrm>
            <a:off x="658368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Passionné du digital</a:t>
            </a:r>
            <a:endParaRPr lang="fr-CH" sz="1300" noProof="1"/>
          </a:p>
        </p:txBody>
      </p:sp>
      <p:sp>
        <p:nvSpPr>
          <p:cNvPr id="14" name="Text 12"/>
          <p:cNvSpPr/>
          <p:nvPr/>
        </p:nvSpPr>
        <p:spPr>
          <a:xfrm>
            <a:off x="658368" y="2532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050" noProof="1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conçois des sites web modernes, rapides et percutants</a:t>
            </a:r>
            <a:endParaRPr lang="fr-CH" sz="1050" noProof="1"/>
          </a:p>
        </p:txBody>
      </p:sp>
      <p:sp>
        <p:nvSpPr>
          <p:cNvPr id="15" name="Shape 13"/>
          <p:cNvSpPr/>
          <p:nvPr/>
        </p:nvSpPr>
        <p:spPr>
          <a:xfrm>
            <a:off x="457200" y="3090672"/>
            <a:ext cx="54864" cy="3200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16" name="Text 14"/>
          <p:cNvSpPr/>
          <p:nvPr/>
        </p:nvSpPr>
        <p:spPr>
          <a:xfrm>
            <a:off x="658368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Concept</a:t>
            </a:r>
            <a:endParaRPr lang="fr-CH" sz="1300" noProof="1"/>
          </a:p>
        </p:txBody>
      </p:sp>
      <p:sp>
        <p:nvSpPr>
          <p:cNvPr id="17" name="Text 15"/>
          <p:cNvSpPr/>
          <p:nvPr/>
        </p:nvSpPr>
        <p:spPr>
          <a:xfrm>
            <a:off x="658368" y="3310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050" noProof="1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marque, mon engagement : transformer des idées en sites qui vendent</a:t>
            </a:r>
            <a:endParaRPr lang="fr-CH" sz="1050" noProof="1"/>
          </a:p>
        </p:txBody>
      </p:sp>
      <p:sp>
        <p:nvSpPr>
          <p:cNvPr id="18" name="Shape 16"/>
          <p:cNvSpPr/>
          <p:nvPr/>
        </p:nvSpPr>
        <p:spPr>
          <a:xfrm>
            <a:off x="457200" y="3867912"/>
            <a:ext cx="54864" cy="3200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CH" noProof="1"/>
          </a:p>
        </p:txBody>
      </p:sp>
      <p:sp>
        <p:nvSpPr>
          <p:cNvPr id="19" name="Text 17"/>
          <p:cNvSpPr/>
          <p:nvPr/>
        </p:nvSpPr>
        <p:spPr>
          <a:xfrm>
            <a:off x="658368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à Fribourg</a:t>
            </a:r>
            <a:endParaRPr lang="fr-CH" sz="1300" noProof="1"/>
          </a:p>
        </p:txBody>
      </p:sp>
      <p:sp>
        <p:nvSpPr>
          <p:cNvPr id="20" name="Text 18"/>
          <p:cNvSpPr/>
          <p:nvPr/>
        </p:nvSpPr>
        <p:spPr>
          <a:xfrm>
            <a:off x="658368" y="4087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H" sz="1050" noProof="1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le tissu local — je suis votre voisin</a:t>
            </a:r>
            <a:endParaRPr lang="fr-CH" sz="10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ACTUEL :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opportunités manquées chaque jour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" y="1764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207568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contact visuel peu engageant — le client fuit avant même de lire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69164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73752" y="1764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responsive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207568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des recherches se font sur mobile. Le site ne s'adapte pas.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4632" y="2724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formulaire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303580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prendre RDV en ligne — clients perdus la nuit et le week-end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65176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73752" y="2724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argument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303580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montre pourquoi choisir Auto-Ban plutôt qu'un concurrent local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61188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514600" y="361188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679192" y="36850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invisible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79192" y="399592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ans d'expérience + diplôme HES ? Personne ne le sait en visitant le site.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BON SITE, C'EST VITAL 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011680" cy="25603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201168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2057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gens jugent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crédibilité d'une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via son site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828800"/>
            <a:ext cx="2011680" cy="25603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23160" y="1828800"/>
            <a:ext cx="201168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23160" y="2057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4231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recherches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locaux 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sur mobile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2011680" cy="25603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201168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clients 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reviennent pas après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mauvaise exp. web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828800"/>
            <a:ext cx="2011680" cy="25603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720840" y="1828800"/>
            <a:ext cx="201168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720840" y="2057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temps qu'a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pour convaincre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visiteur de rester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→ APRÈS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840480" cy="411480"/>
          </a:xfrm>
          <a:prstGeom prst="rect">
            <a:avLst/>
          </a:prstGeom>
          <a:solidFill>
            <a:srgbClr val="5A3A3A"/>
          </a:solidFill>
          <a:ln w="12700">
            <a:solidFill>
              <a:srgbClr val="5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ANCIEN SITE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3840480" cy="429768"/>
          </a:xfrm>
          <a:prstGeom prst="rect">
            <a:avLst/>
          </a:prstGeom>
          <a:solidFill>
            <a:srgbClr val="2A1F1F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 générique, peu professionnel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840480" cy="429768"/>
          </a:xfrm>
          <a:prstGeom prst="rect">
            <a:avLst/>
          </a:prstGeom>
          <a:solidFill>
            <a:srgbClr val="221A1A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414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adapté aux smartphones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3840480" cy="429768"/>
          </a:xfrm>
          <a:prstGeom prst="rect">
            <a:avLst/>
          </a:prstGeom>
          <a:solidFill>
            <a:srgbClr val="2A1F1F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889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 de formulaire de contact / RDV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3840480" cy="429768"/>
          </a:xfrm>
          <a:prstGeom prst="rect">
            <a:avLst/>
          </a:prstGeom>
          <a:solidFill>
            <a:srgbClr val="221A1A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Expertise de Ban TUY non mise en avant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03904"/>
            <a:ext cx="3840480" cy="429768"/>
          </a:xfrm>
          <a:prstGeom prst="rect">
            <a:avLst/>
          </a:prstGeom>
          <a:solidFill>
            <a:srgbClr val="2A1F1F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Aucun argument de vente visible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279392"/>
            <a:ext cx="3840480" cy="429768"/>
          </a:xfrm>
          <a:prstGeom prst="rect">
            <a:avLst/>
          </a:prstGeom>
          <a:solidFill>
            <a:srgbClr val="221A1A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315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 de section horaires claire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1417320"/>
            <a:ext cx="3931920" cy="411480"/>
          </a:xfrm>
          <a:prstGeom prst="rect">
            <a:avLst/>
          </a:prstGeom>
          <a:solidFill>
            <a:srgbClr val="0099AE"/>
          </a:solidFill>
          <a:ln w="12700">
            <a:solidFill>
              <a:srgbClr val="0099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NOUVEAU SITE ALK CONCEPT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1901952"/>
            <a:ext cx="3931920" cy="429768"/>
          </a:xfrm>
          <a:prstGeom prst="rect">
            <a:avLst/>
          </a:prstGeom>
          <a:solidFill>
            <a:srgbClr val="1A2A2A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29200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dark premium, mémorable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377440"/>
            <a:ext cx="3931920" cy="429768"/>
          </a:xfrm>
          <a:prstGeom prst="rect">
            <a:avLst/>
          </a:prstGeom>
          <a:solidFill>
            <a:srgbClr val="152222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0" y="24140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100 % responsive — mobile, tablette, desktop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2852928"/>
            <a:ext cx="3931920" cy="429768"/>
          </a:xfrm>
          <a:prstGeom prst="rect">
            <a:avLst/>
          </a:prstGeom>
          <a:solidFill>
            <a:srgbClr val="1A2A2A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Formulaire de RDV intégré (8 services)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3328416"/>
            <a:ext cx="3931920" cy="429768"/>
          </a:xfrm>
          <a:prstGeom prst="rect">
            <a:avLst/>
          </a:prstGeom>
          <a:solidFill>
            <a:srgbClr val="152222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02920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«À propos» avec parcours et diplôme HES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37760" y="3803904"/>
            <a:ext cx="3931920" cy="429768"/>
          </a:xfrm>
          <a:prstGeom prst="rect">
            <a:avLst/>
          </a:prstGeom>
          <a:solidFill>
            <a:srgbClr val="1A2A2A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02920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Section «Vos avantages» avec 4 arguments forts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4279392"/>
            <a:ext cx="3931920" cy="429768"/>
          </a:xfrm>
          <a:prstGeom prst="rect">
            <a:avLst/>
          </a:prstGeom>
          <a:solidFill>
            <a:srgbClr val="152222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29200" y="4315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Horaires détaillés + lien Google Maps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60520" y="2194560"/>
            <a:ext cx="731520" cy="1280160"/>
          </a:xfrm>
          <a:prstGeom prst="rect">
            <a:avLst/>
          </a:prstGeom>
          <a:solidFill>
            <a:srgbClr val="2F3740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160520" y="2560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CONTIENT LE SITE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PERCUTANT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Accroche forte, 3 chiffres clés, 2 boutons d'action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SERVICES EN GRILLE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avec icône et description — lisible en 5 sec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DU PATRON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 1994 + Diplôme HES 2000 — argument de confiance majeur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«POURQUOI NOUS»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arguments de vente clairs : expert, toutes marques, transparent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RDV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service + message — disponible 24h/24, 7j/7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+ LOCALISATION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Adresse, lien Google Maps, pauses de midi incluses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ARGUMENTS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CHOISIR ALK CONCEPT 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9601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5720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immédiat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DÉJÀ CRÉÉ — vous pouvez le voir maintenant, sans attendre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9601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5720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disponible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à Fribourg — disponible pour une rencontre en personne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114800" cy="9601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5720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premium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qui reflète la qualité de votre travail, pas un template générique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4114800" cy="9601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5720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rapide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7 jours — ou livraison immédiate si accord aujourd'hui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114800" cy="9601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5720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satisfaction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cycles de révisions inclus — jusqu'à ce que vous soyez satisfait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4114800" cy="9601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5720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3776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transparent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1'200.– tout inclus — aucun frais caché, pas de TVA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CONCRET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VOTRE GARAGE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68096" y="2194560"/>
            <a:ext cx="18288" cy="36576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94360" y="1792224"/>
            <a:ext cx="365760" cy="36576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773936"/>
            <a:ext cx="146304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97280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7739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premier contact visuel fort — le client reste sur votre site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" y="2999232"/>
            <a:ext cx="18288" cy="36576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" y="2596896"/>
            <a:ext cx="365760" cy="36576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569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2578608"/>
            <a:ext cx="146304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97280" y="25968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 1er mois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578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trouvent vos horaires et services en 10 secondes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" y="3803904"/>
            <a:ext cx="18288" cy="36576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94360" y="3401568"/>
            <a:ext cx="365760" cy="36576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383280"/>
            <a:ext cx="146304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97280" y="34015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3383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prises de RDV même le soir et le week-end via le formulaire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9436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187952"/>
            <a:ext cx="146304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097280" y="4206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long terme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41879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 professionnelle qui justifie vos tarifs et fidélise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5760" y="4727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web professionnel, c'est votre meilleur commercial — disponible 24h/24, 365 jours par an.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2011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OFFRE COMPLÈTE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657600" cy="3483864"/>
          </a:xfrm>
          <a:prstGeom prst="rect">
            <a:avLst/>
          </a:prstGeom>
          <a:solidFill>
            <a:srgbClr val="262C33"/>
          </a:solidFill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657600" cy="7315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SITE VITRINE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1'200.–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 · sans TVA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3200400" cy="347472"/>
          </a:xfrm>
          <a:prstGeom prst="rect">
            <a:avLst/>
          </a:prstGeom>
          <a:solidFill>
            <a:srgbClr val="1A3A1A"/>
          </a:solidFill>
          <a:ln w="9525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Prix négociable — parlons-en !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sur mesure premium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Développement complet (HTML/CSS/JS)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922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Rédaction professionnelle des textes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169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mobile &amp; tablette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4165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cycles de révisions offerts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Livraison fichier source complet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Acompte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600.–</a:t>
            </a: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signature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600.–</a:t>
            </a: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livraison du site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023360" cy="91440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&amp; RÉVISIONS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5–7 jours
</a:t>
            </a: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cycles de retouches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402336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4069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&amp; FICHIERS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315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.html complet vous est remis après paiement intégral. Code 100 % propriété du client.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0C8E0">
              <a:alpha val="8000"/>
            </a:srgbClr>
          </a:solidFill>
          <a:ln w="12700">
            <a:solidFill>
              <a:srgbClr val="00C8E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PASSONS À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prêt. Il ne manque que votre accord.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signez le devis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commercial — acompte CHF 600.–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9184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vous livre le site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.html complet en 5–7 jours max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payez le solde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600.– · Le site vous appartient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alexis.kaser@hotmail.com  ·  078 262 80 60  ·  ALK Concept, Posieux FR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839</Words>
  <Application>Microsoft Macintosh PowerPoint</Application>
  <PresentationFormat>Affichage à l'écran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ALK Concept — Présentation Commerciale</dc:title>
  <dc:subject>PptxGenJS Presentation</dc:subject>
  <dc:creator>Alexis Ludwig Käser</dc:creator>
  <cp:lastModifiedBy>Alexis Kaser</cp:lastModifiedBy>
  <cp:revision>2</cp:revision>
  <dcterms:created xsi:type="dcterms:W3CDTF">2026-04-08T23:56:37Z</dcterms:created>
  <dcterms:modified xsi:type="dcterms:W3CDTF">2026-04-09T00:02:32Z</dcterms:modified>
</cp:coreProperties>
</file>